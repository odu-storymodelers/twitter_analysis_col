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AD6A-E3D8-3B6D-58F0-D69D2CF0F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503D2-6967-D077-CC30-8A21A818A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9EA30-363D-E9FB-E32D-24C7E9D2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66C90-6B1D-861D-5A0C-EAF2D63C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FCAD-8956-60FF-7847-296F5DA4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CB80-FDB0-7EE6-C281-F1E6E9D9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5458-E313-42CB-4486-327DCFBF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FDC3E-C5B3-719F-116D-A6BC1913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3F19E-8FAB-9829-075D-A2D82519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FFA47-E49B-D25A-97B4-BBD7A170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0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427A-A653-6872-CA5F-4635BFA4F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C95F1-829C-6EE7-B28A-34FFF07D6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776AF-F3DA-BC90-7709-053485FB6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13067-D541-1D5E-2B1D-9B6F892C0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D8B3A-B16E-B9EB-7C1C-3D53FA73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1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7AFE-2C39-4D14-E33F-22F31754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F7A51-4BBD-8352-CAFA-B3F1A5B9C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2F432-7855-3DEF-34AC-9725EA9B9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9856D-A468-D908-B498-CF96E226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F8657-52B8-B274-E91A-D363376C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6C263-DF97-7261-47E2-216CE118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72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C936-E147-0279-4F35-288884A7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7509A-3F85-7B5D-1BDD-CB88582F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12178-EDF8-9B08-D8CD-8E470D21F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60A8F-5418-D9DA-C74E-E33EBC012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EDDA6-5CD5-B839-4DAC-B33C8EAA2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7DE26-4E1F-AE53-A991-63D2870C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120B02-8EF6-CA1D-8185-5A686045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5C0E1-D08F-B69F-1450-75727C94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F296-3C4A-0F4B-8B94-BD1BFBA7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32784-741C-10F6-1E44-066381082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8B3CE-4EAB-0579-1669-CE494DE5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9B82A-37C2-B87B-D065-5337CE94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6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39B23-F2A5-8D4E-B719-FA2D059D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71508-3467-3E37-C675-30E36F07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09A8C-6779-C1C6-A2EC-6F82F4FF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9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DCAE-7845-764A-8AE1-69742FE7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8F8B9-601C-38C0-1EEF-AFD624D73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780ED-BB19-920E-D5EA-CE3AF547B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BEE70-92B6-04CB-39E7-D5D09BD1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F2F8E-A96A-07DF-74FF-B6481AF2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8324E-A15F-6E94-BA88-E175F73E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2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FCA0-C8BE-EDEB-140D-CC405D3E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01831-B137-6333-87AC-247B4D6A0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7E6B6-AA17-613B-2F30-96E859C1C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BCE24-F339-2D54-FECC-7601EABD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876E5-0F15-36C4-D609-C23A9961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BCF10-F5DF-D997-951C-CF340DFD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99F9-A4BC-57DF-207F-93C4314C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0F618-E47A-A82B-87E9-86B7F8468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A7B4C-0AD4-6F43-4EB4-FDAA6D30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69668-8FEF-B269-8372-746AB9E5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077B6-94E7-840E-A40B-F1513805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4276E-69F2-8E46-3774-0DA38ECC7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13B03-9060-F2E7-4E7B-91408D187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C184B-2442-72BF-59DA-6863C3BD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3C3E1-4F73-5688-CB10-53011397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B78E7-5D31-41B1-148F-DFF79C5D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4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1FA4A-7406-B454-38A3-A09163DDB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A2005-ABE1-83FF-86F6-045221832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7DF7B-A386-494D-29F7-5183A8FB5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084FF-B6AC-FC43-AACE-F9142FB70A74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D6DB5-537E-8425-3D08-41535506D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BFD72-BCC6-E0A4-3D61-53E9D783A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23EA8-272A-7C42-8335-9FC66C67D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9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colombia with different colored regions&#10;&#10;Description automatically generated">
            <a:extLst>
              <a:ext uri="{FF2B5EF4-FFF2-40B4-BE49-F238E27FC236}">
                <a16:creationId xmlns:a16="http://schemas.microsoft.com/office/drawing/2014/main" id="{23CE9E31-569D-B89B-80E1-D3BFCC80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6" b="3243"/>
          <a:stretch/>
        </p:blipFill>
        <p:spPr>
          <a:xfrm>
            <a:off x="5329723" y="383058"/>
            <a:ext cx="5437289" cy="6252519"/>
          </a:xfrm>
          <a:prstGeom prst="rect">
            <a:avLst/>
          </a:prstGeom>
        </p:spPr>
      </p:pic>
      <p:pic>
        <p:nvPicPr>
          <p:cNvPr id="7" name="Picture 6" descr="A map of colombia with blue and green colors&#10;&#10;Description automatically generated">
            <a:extLst>
              <a:ext uri="{FF2B5EF4-FFF2-40B4-BE49-F238E27FC236}">
                <a16:creationId xmlns:a16="http://schemas.microsoft.com/office/drawing/2014/main" id="{62C30D85-3856-49CC-F2AB-16EDD48C0F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86" b="3243"/>
          <a:stretch/>
        </p:blipFill>
        <p:spPr>
          <a:xfrm>
            <a:off x="658710" y="383058"/>
            <a:ext cx="5437289" cy="6252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616D60-B0A4-2C16-BAA1-D6860A7F07D7}"/>
              </a:ext>
            </a:extLst>
          </p:cNvPr>
          <p:cNvSpPr txBox="1"/>
          <p:nvPr/>
        </p:nvSpPr>
        <p:spPr>
          <a:xfrm>
            <a:off x="3176017" y="498672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B39F3-FEF4-1B11-F58C-2B423F21EE70}"/>
              </a:ext>
            </a:extLst>
          </p:cNvPr>
          <p:cNvSpPr txBox="1"/>
          <p:nvPr/>
        </p:nvSpPr>
        <p:spPr>
          <a:xfrm>
            <a:off x="7847031" y="498671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67797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MARTINEZ SALCEDO, JOSEPH</dc:creator>
  <cp:lastModifiedBy>MARTINEZ SALCEDO, JOSEPH</cp:lastModifiedBy>
  <cp:revision>1</cp:revision>
  <dcterms:created xsi:type="dcterms:W3CDTF">2025-05-07T17:34:12Z</dcterms:created>
  <dcterms:modified xsi:type="dcterms:W3CDTF">2025-05-07T17:36:52Z</dcterms:modified>
</cp:coreProperties>
</file>